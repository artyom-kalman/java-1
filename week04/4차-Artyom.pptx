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724CF2-A05F-4F47-8FDF-960EA8D887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056F465-4FAF-475B-909A-F6D970D1E1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3F01A6-AA76-4106-99ED-AD4EE0BBCC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74244E-57AE-43A8-9EFB-21CD57329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EA3F6B-4CE4-4042-871C-C5E3AAAD55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E5734C2-7919-4D78-BC28-104FB1DBA2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BF8378-451E-48CB-8212-AD61B50FE7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83F363-69B6-447D-9DE4-E3AD28D246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EEA4F29-28E1-49EF-AF49-AAE61BEA5F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4B40A68-A236-4342-9A33-6396F6A5C4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E15CE63-85F5-49AD-816B-D1320DCF65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9960" cy="16272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2880360"/>
            <a:ext cx="12189960" cy="1656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554480"/>
            <a:ext cx="106966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JAVA Report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zh-CN" sz="44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사칙연산자 </a:t>
            </a:r>
            <a:r>
              <a:rPr lang="en-US" sz="44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I)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244040" y="3200400"/>
            <a:ext cx="3671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zh-CN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경복대학교  소프트웨어융합과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r>
              <a:rPr lang="zh-CN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차 과제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Artyom    </a:t>
            </a:r>
            <a:r>
              <a:rPr lang="zh-CN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학번</a:t>
            </a:r>
            <a:r>
              <a:rPr lang="en-US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- 202625388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아래 식의 연산 과정과 결과를 쓰시오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예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  'A' / 3   →   65 / 3   →   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'A' / 3L        1 + 3L        1.0 / 3        1 / 3.0        1.0F /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타입이 다른 값끼리 계산하면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자바가 큰 타입으로 맞춘다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char  →  int  →  long  →  float  →  double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char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숫자다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'A' = 65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 / int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소수점이 없어진다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65 / 3 = 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한 쪽이라도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이면 결과도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float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보다 자리 수가 적다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그래서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0.33333334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처럼 나온다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02920" y="164520"/>
            <a:ext cx="11153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풀이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67"/>
          <p:cNvGraphicFramePr/>
          <p:nvPr/>
        </p:nvGraphicFramePr>
        <p:xfrm>
          <a:off x="1005840" y="1280160"/>
          <a:ext cx="10149120" cy="3919680"/>
        </p:xfrm>
        <a:graphic>
          <a:graphicData uri="http://schemas.openxmlformats.org/drawingml/2006/table">
            <a:tbl>
              <a:tblPr/>
              <a:tblGrid>
                <a:gridCol w="2399760"/>
                <a:gridCol w="4199760"/>
                <a:gridCol w="3549240"/>
              </a:tblGrid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식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연산 과정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결과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'A' / 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65 / 3  (int / int)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21  (int)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'A' / 3L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65L / 3L  (long / long)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21  (long)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 + 3L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1L + 3L  (long)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4  (long)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1.0 / 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1.0 / 3.0  (double)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0.3333333333333333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 / 3.0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1.0 / 3.0  (double)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0.3333333333333333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1.0F / 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1.0F / 3.0F  (float)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</a:rPr>
                        <a:t>0.33333334  (float)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(Report0.java)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502920" y="1051560"/>
            <a:ext cx="11153880" cy="53474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67440" y="1161360"/>
            <a:ext cx="10879560" cy="51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System.out.println("'A' / 3    = " + ('A' / 3));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System.out.println("'A' / 3L   = " + ('A' / 3L));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System.out.println("1 + 3L     = " + (1 + 3L));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System.out.println("1.0 / 3    = " + (1.0 / 3));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System.out.println("1 / 3.0    = " + (1 / 3.0));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System.out.println("1.0F / 3   = " + (1.0F / 3));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99" descr="r0.png"/>
          <p:cNvPicPr/>
          <p:nvPr/>
        </p:nvPicPr>
        <p:blipFill>
          <a:blip r:embed="rId1"/>
          <a:stretch/>
        </p:blipFill>
        <p:spPr>
          <a:xfrm>
            <a:off x="1463040" y="1280160"/>
            <a:ext cx="8593560" cy="248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100"/>
          <p:cNvSpPr/>
          <p:nvPr/>
        </p:nvSpPr>
        <p:spPr>
          <a:xfrm>
            <a:off x="502920" y="4064400"/>
            <a:ext cx="111538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프로그램 결과가 표와 같다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아래 프로그램의 실행 결과를 쓰시오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(a = 3, b = 4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에서 시작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(1)   c = --a + b--;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(2)   c = a-- + ++b;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++a, --a  (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앞에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  :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먼저 바꾸고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그 값을 쓴다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a++, a--  (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뒤에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  :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지금 값을 먼저 쓰고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나중에 바꾼다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(1)  --a → a = 2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사용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 b-- → 4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사용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그 다음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b =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     c = 2 + 4 = 6       →   a = 2, b = 3, c = 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(2)  a-- → 3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사용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그 다음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a = 2.   ++b → b = 5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사용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     c = 3 + 5 = 8       →   a = 2, b = 5, c = 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(Report1.java)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051560"/>
            <a:ext cx="11153880" cy="53474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667440" y="1161360"/>
            <a:ext cx="10879560" cy="51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a, b, c;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a = 3;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b = 4;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c = --a + b--;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System.out.printf("a = %d, b = %d, c = %d\n", a, b, c);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a = 3;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b = 4;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c = a-- + ++b;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System.out.printf("a = %d, b = %d, c = %d\n", a, b, c);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99" descr="r1.png"/>
          <p:cNvPicPr/>
          <p:nvPr/>
        </p:nvPicPr>
        <p:blipFill>
          <a:blip r:embed="rId1"/>
          <a:stretch/>
        </p:blipFill>
        <p:spPr>
          <a:xfrm>
            <a:off x="1463040" y="1280160"/>
            <a:ext cx="859356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100"/>
          <p:cNvSpPr/>
          <p:nvPr/>
        </p:nvSpPr>
        <p:spPr>
          <a:xfrm>
            <a:off x="502920" y="2922840"/>
            <a:ext cx="111538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내가 계산한 것과 같다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직육면체의 가로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세로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높이를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입력 받아서 부피를 출력하는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작성하시오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실행 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직육면체 가로 세로 높이 입력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3 5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직육면체 부피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  75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부피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가로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×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세로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×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높이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입력    세 개의 정수 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int,  Scanner.nextInt()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 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연산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width * length * height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출력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printf("%4d")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숫자 자리를 맞췄다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한 줄에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3 5 5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처럼 띄어 쓰면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nextInt()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가 하나씩 읽는다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(Report2.java)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502920" y="1051560"/>
            <a:ext cx="11153880" cy="53474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667440" y="1161360"/>
            <a:ext cx="10879560" cy="51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width;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length;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height;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vol;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직육면체 가로 세로 높이 입력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width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length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height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vol = width * length * height;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직육면체 가로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%4d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㎝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width);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직육면체 세로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%4d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㎝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length);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직육면체 높이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%4d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㎝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height);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직육면체 부피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%4d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㎤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vol);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99" descr="r2.png"/>
          <p:cNvPicPr/>
          <p:nvPr/>
        </p:nvPicPr>
        <p:blipFill>
          <a:blip r:embed="rId1"/>
          <a:stretch/>
        </p:blipFill>
        <p:spPr>
          <a:xfrm>
            <a:off x="1463040" y="1280160"/>
            <a:ext cx="8593560" cy="219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몸무게를 입력 받아서 달에서의 몸무게를 출력하는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작성하시오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달에서의 몸무게는 지구 몸무게의 약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16.5%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달 몸무게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지구 몸무게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× 0.165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입력    몸무게 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double,  Scanner.nextDouble()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연산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weight * 0.165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출력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printf("%.1f")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소수점 한 자리만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0.165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실수라서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대신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썼다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검산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 70 × 0.165 = 11.55  →  11.6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(Report3.java)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502920" y="1051560"/>
            <a:ext cx="11153880" cy="53474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667440" y="1161360"/>
            <a:ext cx="10879560" cy="51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double weight;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double moon;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몸무게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(kg)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를 입력하세요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weight = keyboard.nextDouble();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moon = weight * 0.165;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지구 몸무게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= %.1fkg, 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달에서의 몸무게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= %.1fkg\n", weight, moon);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99" descr="r3.png"/>
          <p:cNvPicPr/>
          <p:nvPr/>
        </p:nvPicPr>
        <p:blipFill>
          <a:blip r:embed="rId1"/>
          <a:stretch/>
        </p:blipFill>
        <p:spPr>
          <a:xfrm>
            <a:off x="1463040" y="1280160"/>
            <a:ext cx="8593560" cy="134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4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부가세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10%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가 포함된 판매금액을 입력 받아서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금액과 세금으로 나누어 출력하는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작성하시오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실행 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판매금액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37000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33,636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세금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3,364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4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판매금액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+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세금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세금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× 0.1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그래서  판매금액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× 1.1  →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판매금액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/ 1.1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37000 / 1.1 = 33636.36...  → 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반올림  →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33,636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세금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37000 - 33636 = 3,364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Math.round()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반올림하고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(int)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바꿨다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세금은 빼기로 구해서 합이 꼭 판매금액과 같다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printf("%,d")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1000 </a:t>
            </a:r>
            <a:r>
              <a:rPr lang="zh-CN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단위에 쉼표를 넣는다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4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(Report4.java)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5"/>
          <p:cNvSpPr/>
          <p:nvPr/>
        </p:nvSpPr>
        <p:spPr>
          <a:xfrm>
            <a:off x="502920" y="1051560"/>
            <a:ext cx="11153880" cy="53474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667440" y="1161360"/>
            <a:ext cx="10879560" cy="51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total;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amount;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tax;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판매금액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total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amount = (int) Math.round(total / 1.1);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tax = total - amount;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금액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%,d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원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amount);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세금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%,d</a:t>
            </a:r>
            <a:r>
              <a:rPr lang="zh-CN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원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\n", tax);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4  </a:t>
            </a: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Picture 99" descr="r4.png"/>
          <p:cNvPicPr/>
          <p:nvPr/>
        </p:nvPicPr>
        <p:blipFill>
          <a:blip r:embed="rId1"/>
          <a:stretch/>
        </p:blipFill>
        <p:spPr>
          <a:xfrm>
            <a:off x="1463040" y="1280160"/>
            <a:ext cx="8593560" cy="162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100"/>
          <p:cNvSpPr/>
          <p:nvPr/>
        </p:nvSpPr>
        <p:spPr>
          <a:xfrm>
            <a:off x="502920" y="3208320"/>
            <a:ext cx="111538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과제 예시와 같다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 33,636 + 3,364 = 37,000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2026-10-15T21:55:13Z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