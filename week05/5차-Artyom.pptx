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16272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89960" cy="1656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6680" cy="1278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lang="ko-KR">
                <a:solidFill>
                  <a:srgbClr val="003399"/>
                </a:solidFill>
                <a:latin typeface="Noto Sans CJK KR"/>
                <a:ea typeface="Noto Sans CJK KR"/>
              </a:rPr>
              <a:t>JAVA Report</a:t>
            </a:r>
          </a:p>
          <a:p>
            <a:pPr algn="ctr"/>
            <a:r>
              <a:rPr sz="4400" b="1" lang="ko-KR">
                <a:solidFill>
                  <a:srgbClr val="003399"/>
                </a:solidFill>
                <a:latin typeface="Noto Sans CJK KR"/>
                <a:ea typeface="Noto Sans CJK KR"/>
              </a:rPr>
              <a:t>(연산자)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000" y="3200400"/>
            <a:ext cx="8190000" cy="118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0" lang="ko-KR">
                <a:solidFill>
                  <a:srgbClr val="222222"/>
                </a:solidFill>
                <a:latin typeface="Noto Sans CJK KR"/>
                <a:ea typeface="Noto Sans CJK KR"/>
              </a:rPr>
              <a:t>경복대학교  소프트웨어융합과</a:t>
            </a:r>
          </a:p>
          <a:p>
            <a:pPr algn="ctr">
              <a:spcAft>
                <a:spcPts val="800"/>
              </a:spcAft>
            </a:pPr>
            <a:r>
              <a:rPr sz="2200" b="0" lang="ko-KR">
                <a:solidFill>
                  <a:srgbClr val="222222"/>
                </a:solidFill>
                <a:latin typeface="Noto Sans CJK KR"/>
                <a:ea typeface="Noto Sans CJK KR"/>
              </a:rPr>
              <a:t>5차 과제</a:t>
            </a:r>
          </a:p>
          <a:p>
            <a:pPr algn="ctr">
              <a:spcAft>
                <a:spcPts val="800"/>
              </a:spcAft>
            </a:pPr>
            <a:r>
              <a:rPr sz="2200" b="0" lang="ko-KR">
                <a:solidFill>
                  <a:srgbClr val="222222"/>
                </a:solidFill>
                <a:latin typeface="Noto Sans CJK KR"/>
                <a:ea typeface="Noto Sans CJK KR"/>
              </a:rPr>
              <a:t>아르템    학번- 202625388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0 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다음 문장을 JAVA 표현식으로 쓰시오.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1. i가 j로 나누어 떨어진다.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2. age는 12보다 작거나 같다.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3. age는 b보다 작고 c보다 크다.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4. age에서 5를 빼면 10과 같다.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5. age는 b와 같지 않거나 c와 같다.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6. c가 소문자이다.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7. char형 변수 ch가 영문자일 때 true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8. int형 변수 year가 윤년일 때 true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9. boolean형 변수 powerOn가 false일 때 true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10. 문자열 str이 "yes"일 때 true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0  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비교 연산자는 true 또는 false를 준다.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== 같다.   != 다르다.   &lt;= 작거나 같다.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&amp;&amp; 는 두 개가 다 true여야 true다.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|| 는 하나만 true여도 true다.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! 는 true와 false를 바꾼다.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% 는 나머지다.  i % j == 0 이면 나누어 떨어진다.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char는 숫자다.  'a' = 97,  'z' = 122.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그래서 소문자는 'a' &lt;= ch &amp;&amp; ch &lt;= 'z' 로 본다.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문자열은 == 가 아니다.  equals()로 비교한다.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윤년은 400으로 나누어 떨어지거나,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lang="ko-KR">
                <a:solidFill>
                  <a:srgbClr val="222222"/>
                </a:solidFill>
                <a:latin typeface="Noto Sans CJK KR"/>
                <a:ea typeface="Noto Sans CJK KR"/>
              </a:rPr>
              <a:t>4로 나누어 떨어지고 100으로 안 나누어 떨어진다.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0  풀이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95999" y="1180000"/>
          <a:ext cx="9800000" cy="5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5200000"/>
                <a:gridCol w="1800000"/>
              </a:tblGrid>
              <a:tr h="454545">
                <a:tc>
                  <a:txBody>
                    <a:bodyPr wrap="square"/>
                    <a:lstStyle/>
                    <a:p>
                      <a:r>
                        <a:rPr sz="1400" b="1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문장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표현식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결과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454545"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1. 나누어 떨어진다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i % j == 0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true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</a:tr>
              <a:tr h="454545"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2. 12 이하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age &lt;= 12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true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</a:tr>
              <a:tr h="454545"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3. b보다 작고 c보다 크다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age &lt; b &amp;&amp; age &gt; c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true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</a:tr>
              <a:tr h="454545"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4. 빼기 5는 10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age - 5 == 10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false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</a:tr>
              <a:tr h="454545"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5. b와 다르거나 c와 같다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age != b || age == c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true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</a:tr>
              <a:tr h="454545"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6. 소문자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'a' &lt;= ch &amp;&amp; ch &lt;= 'z'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true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</a:tr>
              <a:tr h="454545"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7. 영문자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소문자 || 대문자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true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</a:tr>
              <a:tr h="454545"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8. 윤년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year%400==0 || (year%4==0 &amp;&amp; year%100!=0)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true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</a:tr>
              <a:tr h="454545"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9. powerOn이 false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!powerOn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true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</a:tr>
              <a:tr h="454550"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10. 문자열 yes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str.equals("yes")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lang="ko-KR">
                          <a:solidFill>
                            <a:srgbClr val="222222"/>
                          </a:solidFill>
                          <a:latin typeface="Noto Sans CJK KR"/>
                          <a:ea typeface="Noto Sans CJK KR"/>
                        </a:rPr>
                        <a:t>true</a:t>
                      </a:r>
                    </a:p>
                  </a:txBody>
                  <a:tcPr anchor="t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9F2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0  소스  (Report0.java)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80000"/>
            <a:ext cx="11153880" cy="54800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440" y="1080000"/>
            <a:ext cx="10879560" cy="5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void main()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int i = 10, j = 5;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int age = 11, b = 20, c = 6;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char ch = 'k';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int year = 2024;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boolean powerOn = false;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String str = "yes";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System.out.println("1. i % j == 0                       : " + (i % j == 0));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System.out.println("2. age &lt;= 12                        : " + (age &lt;= 12));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System.out.println("3. age &lt; b &amp;&amp; age &gt; c               : " + (age &lt; b &amp;&amp; age &gt; c));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System.out.println("4. age - 5 == 10                    : " + (age - 5 == 10));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System.out.println("5. age != b || age == c             : " + (age != b || age == c));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System.out.println("6. 'a' &lt;= ch &amp;&amp; ch &lt;= 'z'           : " + ('a' &lt;= ch &amp;&amp; ch &lt;= 'z'));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System.out.println("7. ch가 영문자                       :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        + (('a' &lt;= ch &amp;&amp; ch &lt;= 'z') || ('A' &lt;= ch &amp;&amp; ch &lt;= 'Z')));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System.out.println("8. year가 윤년                       : 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        + (year % 400 == 0 || (year % 4 == 0 &amp;&amp; year % 100 != 0)));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System.out.println("9. !powerOn                         : " + (!powerOn));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System.out.println("10. str.equals(\"yes\")              : " + str.equals("yes"));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0  실행 결과</a:t>
            </a:r>
          </a:p>
        </p:txBody>
      </p:sp>
      <p:pic>
        <p:nvPicPr>
          <p:cNvPr id="5" name="Picture 4" descr="r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999" y="1180000"/>
            <a:ext cx="9200000" cy="2932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272500"/>
            <a:ext cx="1115388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내가 쓴 식의 결과가 나온다.  age = 11 이라서 4번은 false다.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1 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사용자에게 정수 3개를 입력 받는다.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모두 양수이면 "모두 양수"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하나라도 음수이면 "음수 포함"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모두 0이면 "모두 0"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논리 연산자 &amp;&amp;, ||, ! 를 쓴다.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1  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양수는 0보다 큰 수다.  0은 양수도 음수도 아니다.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모두 양수          a &gt; 0 &amp;&amp; b &gt; 0 &amp;&amp; c &gt;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하나라도 음수      a &lt; 0 || b &lt; 0 || c &lt;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모두 0            !(a != 0 || b != 0 || c != 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마지막 식은 a == 0 &amp;&amp; b == 0 &amp;&amp; c == 0 과 같다.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과제에서 !를 쓰라고 해서 이렇게 썼다.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0이랑 양수가 섞이면 과제에 출력이 없다.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그래서 아무 말도 안 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1  소스  (Report1.java)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80000"/>
            <a:ext cx="11153880" cy="54800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440" y="1080000"/>
            <a:ext cx="10879560" cy="5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import java.util.Scanner;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void main()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Scanner keyboard = new Scanner(System.in);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System.out.print("정수 3개 입력 : 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int a = keyboard.nextInt();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int b = keyboard.nextInt();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int c = keyboard.nextInt();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boolean allPositive = a &gt; 0 &amp;&amp; b &gt; 0 &amp;&amp; c &gt;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boolean hasNegative = a &lt; 0 || b &lt; 0 || c &lt;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boolean allZero = !(a != 0 || b != 0 || c != 0);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if (allPositive)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    System.out.println("모두 양수");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} else if (hasNegative)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    System.out.println("음수 포함");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} else if (allZero)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    System.out.println("모두 0");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keyboard.close();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1  실행 결과</a:t>
            </a:r>
          </a:p>
        </p:txBody>
      </p:sp>
      <p:pic>
        <p:nvPicPr>
          <p:cNvPr id="5" name="Picture 4" descr="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219" y="1180000"/>
            <a:ext cx="8593560" cy="2463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803487"/>
            <a:ext cx="1115388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세 가지 경우를 넣어 봤다.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2 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JAVA 점수를 입력 받아서 9단계 학점으로 바꾼다.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당신의 JAVA 점수 입력 : 88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입력 점수 : 88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학점 : B+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점수는 0 ~ 100 이다.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연산자와 ASCII 코드를 이용한다.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2  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lang="ko-KR">
                <a:solidFill>
                  <a:srgbClr val="222222"/>
                </a:solidFill>
                <a:latin typeface="Noto Sans CJK KR"/>
                <a:ea typeface="Noto Sans CJK KR"/>
              </a:rPr>
              <a:t>학점은 10점 단위다.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lang="ko-KR">
                <a:solidFill>
                  <a:srgbClr val="222222"/>
                </a:solidFill>
                <a:latin typeface="Noto Sans CJK KR"/>
                <a:ea typeface="Noto Sans CJK KR"/>
              </a:rPr>
              <a:t>100 ~ 95  A+      94 ~ 90  A0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lang="ko-KR">
                <a:solidFill>
                  <a:srgbClr val="222222"/>
                </a:solidFill>
                <a:latin typeface="Noto Sans CJK KR"/>
                <a:ea typeface="Noto Sans CJK KR"/>
              </a:rPr>
              <a:t> 89 ~ 85  B+      84 ~ 80  B0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lang="ko-KR">
                <a:solidFill>
                  <a:srgbClr val="222222"/>
                </a:solidFill>
                <a:latin typeface="Noto Sans CJK KR"/>
                <a:ea typeface="Noto Sans CJK KR"/>
              </a:rPr>
              <a:t> 79 ~ 75  C+      74 ~ 70  C0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lang="ko-KR">
                <a:solidFill>
                  <a:srgbClr val="222222"/>
                </a:solidFill>
                <a:latin typeface="Noto Sans CJK KR"/>
                <a:ea typeface="Noto Sans CJK KR"/>
              </a:rPr>
              <a:t> 69 ~ 65  D+      64 ~ 60  D0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lang="ko-KR">
                <a:solidFill>
                  <a:srgbClr val="222222"/>
                </a:solidFill>
                <a:latin typeface="Noto Sans CJK KR"/>
                <a:ea typeface="Noto Sans CJK KR"/>
              </a:rPr>
              <a:t> 60 미만   F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lang="ko-KR">
                <a:solidFill>
                  <a:srgbClr val="222222"/>
                </a:solidFill>
                <a:latin typeface="Noto Sans CJK KR"/>
                <a:ea typeface="Noto Sans CJK KR"/>
              </a:rPr>
              <a:t>점수 / 10 하면 십의 자리다.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lang="ko-KR">
                <a:solidFill>
                  <a:srgbClr val="222222"/>
                </a:solidFill>
                <a:latin typeface="Noto Sans CJK KR"/>
                <a:ea typeface="Noto Sans CJK KR"/>
              </a:rPr>
              <a:t>letter = (char) ('A' + (9 - tens))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lang="ko-KR">
                <a:solidFill>
                  <a:srgbClr val="222222"/>
                </a:solidFill>
                <a:latin typeface="Noto Sans CJK KR"/>
                <a:ea typeface="Noto Sans CJK KR"/>
              </a:rPr>
              <a:t>'A'는 65다.  tens가 9면 A, 8이면 B.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lang="ko-KR">
                <a:solidFill>
                  <a:srgbClr val="222222"/>
                </a:solidFill>
                <a:latin typeface="Noto Sans CJK KR"/>
                <a:ea typeface="Noto Sans CJK KR"/>
              </a:rPr>
              <a:t>일의 자리가 5 이상이면 +.  아니면 0.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lang="ko-KR">
                <a:solidFill>
                  <a:srgbClr val="222222"/>
                </a:solidFill>
                <a:latin typeface="Noto Sans CJK KR"/>
                <a:ea typeface="Noto Sans CJK KR"/>
              </a:rPr>
              <a:t>100은 특별해서 tens를 9로 했다.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lang="ko-KR">
                <a:solidFill>
                  <a:srgbClr val="222222"/>
                </a:solidFill>
                <a:latin typeface="Noto Sans CJK KR"/>
                <a:ea typeface="Noto Sans CJK KR"/>
              </a:rPr>
              <a:t>과제에 C0가 94 ~ 70으로 되어 있다.  A, B랑 겹친다.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lang="ko-KR">
                <a:solidFill>
                  <a:srgbClr val="222222"/>
                </a:solidFill>
                <a:latin typeface="Noto Sans CJK KR"/>
                <a:ea typeface="Noto Sans CJK KR"/>
              </a:rPr>
              <a:t>오타 같아서 74 ~ 70으로 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2  소스  (Report2.java)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80000"/>
            <a:ext cx="11153880" cy="54800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440" y="1080000"/>
            <a:ext cx="10879560" cy="5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import java.util.Scanner;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void main()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Scanner keyboard = new Scanner(System.in);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System.out.print("당신의 JAVA 점수 입력 : 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int score = keyboard.nextInt();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System.out.println("입력 점수 : " + score);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if (score &lt; 0 || score &gt; 100)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    System.out.println("잘못된 점수입니다.");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} else if (score &lt; 60)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    System.out.println("학점 : F");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} else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    int tens = (score == 100) ? 9 : score / 10;   // 9, 8, 7, 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    char letter = (char) ('A' + (9 - tens));      // ASCII: 'A'=65, 'B'=66 ...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    char sign = (score == 100 || score % 10 &gt;= 5) ? '+' : '0';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    System.out.println("학점 : " + letter + sign);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keyboard.close();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2  실행 결과</a:t>
            </a:r>
          </a:p>
        </p:txBody>
      </p:sp>
      <p:pic>
        <p:nvPicPr>
          <p:cNvPr id="5" name="Picture 4" descr="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219" y="1180000"/>
            <a:ext cx="8593560" cy="13176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657679"/>
            <a:ext cx="1115388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과제 예시와 같다.  88 → B+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3 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54321초가 몇 시간 몇 분 몇 초인지 바꾼다.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54321 초  =  15 시간  5 분  21 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3  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1시간 = 3600초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1분 = 60초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큰 단위부터 나눈다.  거스름돈이랑 비슷하다.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54321 / 3600 = 15 시간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54321 % 3600 = 321 초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321 / 60 = 5 분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321 % 60 = 21 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3  소스  (Report3.java)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80000"/>
            <a:ext cx="11153880" cy="54800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440" y="1080000"/>
            <a:ext cx="10879560" cy="5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void main()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int total = 54321;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int hours = total / 3600;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int rest = total % 3600;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int minutes = rest / 60;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int seconds = rest % 60;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System.out.println(total + "초 = " + hours + "시간 " + minutes + "분 " + seconds + "초");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3  실행 결과</a:t>
            </a:r>
          </a:p>
        </p:txBody>
      </p:sp>
      <p:pic>
        <p:nvPicPr>
          <p:cNvPr id="5" name="Picture 4" descr="r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219" y="1180000"/>
            <a:ext cx="8593560" cy="859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199356"/>
            <a:ext cx="1115388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과제 예시와 같다.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4 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온라인 쇼핑몰에서 무료배송 조건이다.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총 구매 금액이 5만 원 이상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또는 멤버십 회원이면서 3만 원 이상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구매 금액이 음수이면 오류 메시지를 출력한다.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4  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무료배송 = 금액 &gt;= 50000 || (회원 &amp;&amp; 금액 &gt;= 30000)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&amp;&amp; 가 || 보다 먼저 계산된다.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그래도 괄호를 써서 읽기 쉽게 했다.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금액이 0보다 작으면 오류다.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회원은 true / false로 입력 받았다.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4  소스  (Report4.java)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80000"/>
            <a:ext cx="11153880" cy="54800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440" y="1080000"/>
            <a:ext cx="10879560" cy="5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import java.util.Scanner;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void main()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Scanner keyboard = new Scanner(System.in);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System.out.print("구매 금액 : 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int amount = keyboard.nextInt();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System.out.print("회원입니까? (true/false) : 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boolean member = keyboard.nextBoolean();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if (amount &lt; 0)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    System.out.println("오류: 금액은 음수일 수 없습니다.");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} else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    boolean freeShipping = amount &gt;= 50000 || (member &amp;&amp; amount &gt;= 30000);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    System.out.println(freeShipping ? "무료 배송입니다." : "배송비가 있습니다.");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    keyboard.close();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1A1A1A"/>
                </a:solidFill>
                <a:latin typeface="Noto Sans Mono CJK KR"/>
                <a:ea typeface="Noto Sans Mono CJK KR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Report 4  실행 결과</a:t>
            </a:r>
          </a:p>
        </p:txBody>
      </p:sp>
      <p:pic>
        <p:nvPicPr>
          <p:cNvPr id="5" name="Picture 4" descr="r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999" y="1180000"/>
            <a:ext cx="8200000" cy="30066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346666"/>
            <a:ext cx="1115388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5만 원이면 회원 아니어도 무료다.  회원은 3만 원부터 무료다.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960" cy="71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320"/>
            <a:ext cx="12189960" cy="11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20"/>
            <a:ext cx="11153880" cy="63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003399"/>
                </a:solidFill>
                <a:latin typeface="Noto Sans CJK KR"/>
                <a:ea typeface="Noto Sans CJK KR"/>
              </a:rPr>
              <a:t>느낀 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2440" cy="511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이번 주는 연산자가 숫자 계산만 하는 게 아닌 걸 알았다.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true/false를 만들어서 if에서 바로 쓴다.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학점 프로그램은 if를 9번 쓸 수도 있다.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ASCII로 글자를 만들어서 코드가 짧아졌다.  그게 재미있었다.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과제에 C0 범위가 94~70으로 되어 있다.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A, B랑 겹쳐서 이상하다.  74~70으로 고쳤다.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/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건의: Report 1은 0이랑 양수가 섞이면 출력이 없다.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ko-KR">
                <a:solidFill>
                  <a:srgbClr val="222222"/>
                </a:solidFill>
                <a:latin typeface="Noto Sans CJK KR"/>
                <a:ea typeface="Noto Sans CJK KR"/>
              </a:rPr>
              <a:t>실행 예가 하나 더 있으면 좋겠다.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